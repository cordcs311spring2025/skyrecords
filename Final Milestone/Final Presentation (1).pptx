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Light" charset="1" panose="02000503000000020004"/>
      <p:regular r:id="rId13"/>
    </p:embeddedFont>
    <p:embeddedFont>
      <p:font typeface="Cy Grotesk Grand Bold" charset="1" panose="00000807000000000000"/>
      <p:regular r:id="rId14"/>
    </p:embeddedFont>
    <p:embeddedFont>
      <p:font typeface="Inter" charset="1" panose="020B0502030000000004"/>
      <p:regular r:id="rId15"/>
    </p:embeddedFont>
    <p:embeddedFont>
      <p:font typeface="Cy Grotesk Grand" charset="1" panose="00000507000000000000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3.fntdata"/><Relationship Id="rId8" Type="http://schemas.openxmlformats.org/officeDocument/2006/relationships/slide" Target="slides/slide3.xml"/><Relationship Id="rId18" Type="http://schemas.openxmlformats.org/officeDocument/2006/relationships/customXml" Target="../customXml/item1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font" Target="fonts/font17.fntdata"/><Relationship Id="rId7" Type="http://schemas.openxmlformats.org/officeDocument/2006/relationships/slide" Target="slides/slide2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2.xml"/><Relationship Id="rId14" Type="http://schemas.openxmlformats.org/officeDocument/2006/relationships/font" Target="fonts/font14.fntdata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00373" y="8743366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500373" y="9721443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98822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098822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977740" y="8895925"/>
            <a:ext cx="4703910" cy="627911"/>
            <a:chOff x="0" y="0"/>
            <a:chExt cx="1238890" cy="165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890" cy="165376"/>
            </a:xfrm>
            <a:custGeom>
              <a:avLst/>
              <a:gdLst/>
              <a:ahLst/>
              <a:cxnLst/>
              <a:rect r="r" b="b" t="t" l="l"/>
              <a:pathLst>
                <a:path h="165376" w="1238890">
                  <a:moveTo>
                    <a:pt x="82688" y="0"/>
                  </a:moveTo>
                  <a:lnTo>
                    <a:pt x="1156202" y="0"/>
                  </a:lnTo>
                  <a:cubicBezTo>
                    <a:pt x="1178132" y="0"/>
                    <a:pt x="1199164" y="8712"/>
                    <a:pt x="1214671" y="24219"/>
                  </a:cubicBezTo>
                  <a:cubicBezTo>
                    <a:pt x="1230178" y="39726"/>
                    <a:pt x="1238890" y="60758"/>
                    <a:pt x="1238890" y="82688"/>
                  </a:cubicBezTo>
                  <a:lnTo>
                    <a:pt x="1238890" y="82688"/>
                  </a:lnTo>
                  <a:cubicBezTo>
                    <a:pt x="1238890" y="128355"/>
                    <a:pt x="1201869" y="165376"/>
                    <a:pt x="1156202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8890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9479" y="8895925"/>
            <a:ext cx="5090351" cy="627911"/>
            <a:chOff x="0" y="0"/>
            <a:chExt cx="1340669" cy="1653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0669" cy="165376"/>
            </a:xfrm>
            <a:custGeom>
              <a:avLst/>
              <a:gdLst/>
              <a:ahLst/>
              <a:cxnLst/>
              <a:rect r="r" b="b" t="t" l="l"/>
              <a:pathLst>
                <a:path h="165376" w="1340669">
                  <a:moveTo>
                    <a:pt x="77566" y="0"/>
                  </a:moveTo>
                  <a:lnTo>
                    <a:pt x="1263103" y="0"/>
                  </a:lnTo>
                  <a:cubicBezTo>
                    <a:pt x="1305941" y="0"/>
                    <a:pt x="1340669" y="34727"/>
                    <a:pt x="1340669" y="77566"/>
                  </a:cubicBezTo>
                  <a:lnTo>
                    <a:pt x="1340669" y="87810"/>
                  </a:lnTo>
                  <a:cubicBezTo>
                    <a:pt x="1340669" y="130648"/>
                    <a:pt x="1305941" y="165376"/>
                    <a:pt x="1263103" y="165376"/>
                  </a:cubicBezTo>
                  <a:lnTo>
                    <a:pt x="77566" y="165376"/>
                  </a:lnTo>
                  <a:cubicBezTo>
                    <a:pt x="34727" y="165376"/>
                    <a:pt x="0" y="130648"/>
                    <a:pt x="0" y="87810"/>
                  </a:cubicBezTo>
                  <a:lnTo>
                    <a:pt x="0" y="77566"/>
                  </a:lnTo>
                  <a:cubicBezTo>
                    <a:pt x="0" y="34727"/>
                    <a:pt x="34727" y="0"/>
                    <a:pt x="77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066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26263" y="8891004"/>
            <a:ext cx="4559320" cy="627911"/>
            <a:chOff x="0" y="0"/>
            <a:chExt cx="1200809" cy="1653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0808" cy="165376"/>
            </a:xfrm>
            <a:custGeom>
              <a:avLst/>
              <a:gdLst/>
              <a:ahLst/>
              <a:cxnLst/>
              <a:rect r="r" b="b" t="t" l="l"/>
              <a:pathLst>
                <a:path h="165376" w="1200808">
                  <a:moveTo>
                    <a:pt x="82688" y="0"/>
                  </a:moveTo>
                  <a:lnTo>
                    <a:pt x="1118121" y="0"/>
                  </a:lnTo>
                  <a:cubicBezTo>
                    <a:pt x="1140051" y="0"/>
                    <a:pt x="1161083" y="8712"/>
                    <a:pt x="1176590" y="24219"/>
                  </a:cubicBezTo>
                  <a:cubicBezTo>
                    <a:pt x="1192097" y="39726"/>
                    <a:pt x="1200808" y="60758"/>
                    <a:pt x="1200808" y="82688"/>
                  </a:cubicBezTo>
                  <a:lnTo>
                    <a:pt x="1200808" y="82688"/>
                  </a:lnTo>
                  <a:cubicBezTo>
                    <a:pt x="1200808" y="104618"/>
                    <a:pt x="1192097" y="125650"/>
                    <a:pt x="1176590" y="141157"/>
                  </a:cubicBezTo>
                  <a:cubicBezTo>
                    <a:pt x="1161083" y="156664"/>
                    <a:pt x="1140051" y="165376"/>
                    <a:pt x="1118121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0080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4006" y="743319"/>
            <a:ext cx="3524503" cy="627911"/>
            <a:chOff x="0" y="0"/>
            <a:chExt cx="928264" cy="1653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8264" cy="165376"/>
            </a:xfrm>
            <a:custGeom>
              <a:avLst/>
              <a:gdLst/>
              <a:ahLst/>
              <a:cxnLst/>
              <a:rect r="r" b="b" t="t" l="l"/>
              <a:pathLst>
                <a:path h="165376" w="928264">
                  <a:moveTo>
                    <a:pt x="82688" y="0"/>
                  </a:moveTo>
                  <a:lnTo>
                    <a:pt x="845576" y="0"/>
                  </a:lnTo>
                  <a:cubicBezTo>
                    <a:pt x="867506" y="0"/>
                    <a:pt x="888538" y="8712"/>
                    <a:pt x="904045" y="24219"/>
                  </a:cubicBezTo>
                  <a:cubicBezTo>
                    <a:pt x="919552" y="39726"/>
                    <a:pt x="928264" y="60758"/>
                    <a:pt x="928264" y="82688"/>
                  </a:cubicBezTo>
                  <a:lnTo>
                    <a:pt x="928264" y="82688"/>
                  </a:lnTo>
                  <a:cubicBezTo>
                    <a:pt x="928264" y="104618"/>
                    <a:pt x="919552" y="125650"/>
                    <a:pt x="904045" y="141157"/>
                  </a:cubicBezTo>
                  <a:cubicBezTo>
                    <a:pt x="888538" y="156664"/>
                    <a:pt x="867506" y="165376"/>
                    <a:pt x="845576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28264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100401" y="4480398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4"/>
                </a:lnTo>
                <a:lnTo>
                  <a:pt x="0" y="1326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587713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061299" y="9016047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NEIL MAGAMBO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3038" y="9020968"/>
            <a:ext cx="49232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LODISHEN NARAYANASAWMY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3401" y="9033967"/>
            <a:ext cx="46450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9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NANA AGYEMANG BOATENG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5603" y="868362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29773" y="2032716"/>
            <a:ext cx="10270628" cy="178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b="true" sz="10400" spc="478">
                <a:solidFill>
                  <a:srgbClr val="969494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32017" y="4256555"/>
            <a:ext cx="1666141" cy="155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spc="882">
                <a:solidFill>
                  <a:srgbClr val="969494"/>
                </a:solidFill>
                <a:latin typeface="Inter"/>
                <a:ea typeface="Inter"/>
                <a:cs typeface="Inter"/>
                <a:sym typeface="Inter"/>
              </a:rPr>
              <a:t>青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60495" y="5831190"/>
            <a:ext cx="8231526" cy="291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9"/>
              </a:lnSpc>
            </a:pPr>
            <a:r>
              <a:rPr lang="en-US" b="true" sz="8335" spc="383">
                <a:solidFill>
                  <a:srgbClr val="969494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Final Milestone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333844" y="2760923"/>
            <a:ext cx="103796" cy="777367"/>
            <a:chOff x="0" y="0"/>
            <a:chExt cx="27337" cy="204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337" cy="204739"/>
            </a:xfrm>
            <a:custGeom>
              <a:avLst/>
              <a:gdLst/>
              <a:ahLst/>
              <a:cxnLst/>
              <a:rect r="r" b="b" t="t" l="l"/>
              <a:pathLst>
                <a:path h="204739" w="27337">
                  <a:moveTo>
                    <a:pt x="0" y="0"/>
                  </a:moveTo>
                  <a:lnTo>
                    <a:pt x="27337" y="0"/>
                  </a:lnTo>
                  <a:lnTo>
                    <a:pt x="27337" y="204739"/>
                  </a:lnTo>
                  <a:lnTo>
                    <a:pt x="0" y="204739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337" cy="242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92236" y="1838206"/>
            <a:ext cx="7867064" cy="8007638"/>
            <a:chOff x="0" y="0"/>
            <a:chExt cx="1007967" cy="1025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7967" cy="1025978"/>
            </a:xfrm>
            <a:custGeom>
              <a:avLst/>
              <a:gdLst/>
              <a:ahLst/>
              <a:cxnLst/>
              <a:rect r="r" b="b" t="t" l="l"/>
              <a:pathLst>
                <a:path h="1025978" w="1007967">
                  <a:moveTo>
                    <a:pt x="0" y="0"/>
                  </a:moveTo>
                  <a:lnTo>
                    <a:pt x="1007967" y="0"/>
                  </a:lnTo>
                  <a:lnTo>
                    <a:pt x="1007967" y="1025978"/>
                  </a:lnTo>
                  <a:lnTo>
                    <a:pt x="0" y="1025978"/>
                  </a:lnTo>
                  <a:close/>
                </a:path>
              </a:pathLst>
            </a:custGeom>
            <a:blipFill>
              <a:blip r:embed="rId2"/>
              <a:stretch>
                <a:fillRect l="-893" t="0" r="-893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2639" y="7779098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97058" y="3404522"/>
            <a:ext cx="7146942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WHAT IS AO?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7058" y="4409133"/>
            <a:ext cx="7372890" cy="198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We’re creating a seamless mobile streaming music platform which hosts high-fidelity audio files and provides an intuitive interface for listeners and creators.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4189" y="2179467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WORK PERFORMED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2191521" y="2265192"/>
            <a:ext cx="120372" cy="595036"/>
            <a:chOff x="0" y="0"/>
            <a:chExt cx="31703" cy="156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163667" y="2265192"/>
            <a:ext cx="120372" cy="595036"/>
            <a:chOff x="0" y="0"/>
            <a:chExt cx="31703" cy="156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56206" y="2321049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6335" y="2984152"/>
            <a:ext cx="4775665" cy="6356958"/>
          </a:xfrm>
          <a:custGeom>
            <a:avLst/>
            <a:gdLst/>
            <a:ahLst/>
            <a:cxnLst/>
            <a:rect r="r" b="b" t="t" l="l"/>
            <a:pathLst>
              <a:path h="6356958" w="4775665">
                <a:moveTo>
                  <a:pt x="0" y="0"/>
                </a:moveTo>
                <a:lnTo>
                  <a:pt x="4775665" y="0"/>
                </a:lnTo>
                <a:lnTo>
                  <a:pt x="47756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24720" y="2965003"/>
            <a:ext cx="7792438" cy="243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FIXING BUGS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 UP ONLINE DATABASE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 WITH ANDROID STUDIO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FUNCTIONALITIES</a:t>
            </a:r>
          </a:p>
          <a:p>
            <a:pPr algn="l" marL="598763" indent="-299382" lvl="1">
              <a:lnSpc>
                <a:spcPts val="3882"/>
              </a:lnSpc>
              <a:buFont typeface="Arial"/>
              <a:buChar char="•"/>
            </a:pPr>
            <a:r>
              <a:rPr lang="en-US" sz="2773" spc="269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PRESENTATION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54189" y="2179467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WHAT HAS GONE WELL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2191521" y="2265192"/>
            <a:ext cx="120372" cy="595036"/>
            <a:chOff x="0" y="0"/>
            <a:chExt cx="31703" cy="1567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1163667" y="2265192"/>
            <a:ext cx="120372" cy="595036"/>
            <a:chOff x="0" y="0"/>
            <a:chExt cx="31703" cy="1567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56206" y="2321049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223853" y="3241228"/>
            <a:ext cx="5101459" cy="6356958"/>
          </a:xfrm>
          <a:custGeom>
            <a:avLst/>
            <a:gdLst/>
            <a:ahLst/>
            <a:cxnLst/>
            <a:rect r="r" b="b" t="t" l="l"/>
            <a:pathLst>
              <a:path h="6356958" w="5101459">
                <a:moveTo>
                  <a:pt x="0" y="0"/>
                </a:moveTo>
                <a:lnTo>
                  <a:pt x="5101459" y="0"/>
                </a:lnTo>
                <a:lnTo>
                  <a:pt x="51014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5057775"/>
            <a:ext cx="9533500" cy="68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7"/>
              </a:lnSpc>
            </a:pPr>
            <a:r>
              <a:rPr lang="en-US" sz="3948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CHALLENGES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79590" y="3193603"/>
            <a:ext cx="11094913" cy="1627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DELEGATING TASKS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TIME ESTIMATION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SETTING UP THE DATABASE</a:t>
            </a:r>
          </a:p>
          <a:p>
            <a:pPr algn="l" marL="500214" indent="-250107" lvl="1">
              <a:lnSpc>
                <a:spcPts val="3243"/>
              </a:lnSpc>
              <a:buFont typeface="Arial"/>
              <a:buChar char="•"/>
            </a:pPr>
            <a:r>
              <a:rPr lang="en-US" sz="2316" spc="22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LOOKING FOR RESOURCES (STACK EXCHANGE,KOTLIN FORUM 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79590" y="6071911"/>
            <a:ext cx="7221736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FIXING BUGS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 NOT RUNNING ON SOME LAPTOPS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IMPLEMENTATIONS AND DEPENDENCIES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20MINS LATE FOR EVERYONE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234391" y="2103439"/>
            <a:ext cx="120372" cy="595036"/>
            <a:chOff x="0" y="0"/>
            <a:chExt cx="31703" cy="156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78241" y="809196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06214" y="3569151"/>
            <a:ext cx="4760697" cy="5955893"/>
          </a:xfrm>
          <a:custGeom>
            <a:avLst/>
            <a:gdLst/>
            <a:ahLst/>
            <a:cxnLst/>
            <a:rect r="r" b="b" t="t" l="l"/>
            <a:pathLst>
              <a:path h="5955893" w="4760697">
                <a:moveTo>
                  <a:pt x="0" y="0"/>
                </a:moveTo>
                <a:lnTo>
                  <a:pt x="4760697" y="0"/>
                </a:lnTo>
                <a:lnTo>
                  <a:pt x="4760697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79590" y="2066977"/>
            <a:ext cx="8882315" cy="122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8"/>
              </a:lnSpc>
            </a:pPr>
            <a:r>
              <a:rPr lang="en-US" sz="3484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FUTURE PLANS (IF WE HAD MORE TIME)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9590" y="3407226"/>
            <a:ext cx="7540491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POLISH THE UI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A LOGIN PAGE FOR EACH INDIVIDUAL USER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COVER ARTS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 spc="223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FURTHER FIX BUGS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2234391" y="2103439"/>
            <a:ext cx="120372" cy="595036"/>
            <a:chOff x="0" y="0"/>
            <a:chExt cx="31703" cy="1567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03" cy="156717"/>
            </a:xfrm>
            <a:custGeom>
              <a:avLst/>
              <a:gdLst/>
              <a:ahLst/>
              <a:cxnLst/>
              <a:rect r="r" b="b" t="t" l="l"/>
              <a:pathLst>
                <a:path h="156717" w="31703">
                  <a:moveTo>
                    <a:pt x="0" y="0"/>
                  </a:moveTo>
                  <a:lnTo>
                    <a:pt x="31703" y="0"/>
                  </a:lnTo>
                  <a:lnTo>
                    <a:pt x="31703" y="156717"/>
                  </a:lnTo>
                  <a:lnTo>
                    <a:pt x="0" y="156717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703" cy="194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97058" y="761016"/>
            <a:ext cx="2015352" cy="627911"/>
            <a:chOff x="0" y="0"/>
            <a:chExt cx="530792" cy="1653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0792" cy="165376"/>
            </a:xfrm>
            <a:custGeom>
              <a:avLst/>
              <a:gdLst/>
              <a:ahLst/>
              <a:cxnLst/>
              <a:rect r="r" b="b" t="t" l="l"/>
              <a:pathLst>
                <a:path h="165376" w="530792">
                  <a:moveTo>
                    <a:pt x="82688" y="0"/>
                  </a:moveTo>
                  <a:lnTo>
                    <a:pt x="448104" y="0"/>
                  </a:lnTo>
                  <a:cubicBezTo>
                    <a:pt x="493772" y="0"/>
                    <a:pt x="530792" y="37021"/>
                    <a:pt x="530792" y="82688"/>
                  </a:cubicBezTo>
                  <a:lnTo>
                    <a:pt x="530792" y="82688"/>
                  </a:lnTo>
                  <a:cubicBezTo>
                    <a:pt x="530792" y="104618"/>
                    <a:pt x="522081" y="125650"/>
                    <a:pt x="506574" y="141157"/>
                  </a:cubicBezTo>
                  <a:cubicBezTo>
                    <a:pt x="491067" y="156664"/>
                    <a:pt x="470035" y="165376"/>
                    <a:pt x="448104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30792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5400000">
            <a:off x="3236664" y="741913"/>
            <a:ext cx="202257" cy="666117"/>
          </a:xfrm>
          <a:custGeom>
            <a:avLst/>
            <a:gdLst/>
            <a:ahLst/>
            <a:cxnLst/>
            <a:rect r="r" b="b" t="t" l="l"/>
            <a:pathLst>
              <a:path h="666117" w="202257">
                <a:moveTo>
                  <a:pt x="0" y="0"/>
                </a:moveTo>
                <a:lnTo>
                  <a:pt x="202258" y="0"/>
                </a:lnTo>
                <a:lnTo>
                  <a:pt x="202258" y="666117"/>
                </a:lnTo>
                <a:lnTo>
                  <a:pt x="0" y="666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78241" y="809196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15665" y="4293571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5" y="0"/>
                </a:lnTo>
                <a:lnTo>
                  <a:pt x="8264685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679590" y="2066977"/>
            <a:ext cx="8882315" cy="60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8"/>
              </a:lnSpc>
            </a:pPr>
            <a:r>
              <a:rPr lang="en-US" sz="3484">
                <a:solidFill>
                  <a:srgbClr val="000000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97183" y="839787"/>
            <a:ext cx="296211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4713" y="886059"/>
            <a:ext cx="6097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4713" y="3721551"/>
            <a:ext cx="4281902" cy="102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1"/>
              </a:lnSpc>
            </a:pPr>
            <a:r>
              <a:rPr lang="en-US" sz="60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 project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62270" y="6438919"/>
            <a:ext cx="8017797" cy="906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3"/>
              </a:lnSpc>
            </a:pPr>
            <a:r>
              <a:rPr lang="en-US" sz="53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Kotlin sucks!!!!!one!11!1!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77868" y="2966854"/>
            <a:ext cx="88074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finally done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5962" y="4151630"/>
            <a:ext cx="15976077" cy="16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b="true" sz="9500" spc="437">
                <a:solidFill>
                  <a:srgbClr val="000000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255873" y="1557218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255873" y="592726"/>
            <a:ext cx="187405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66324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98822" y="912596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2"/>
                </a:lnTo>
                <a:lnTo>
                  <a:pt x="0" y="32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14006" y="743319"/>
            <a:ext cx="3524503" cy="627911"/>
            <a:chOff x="0" y="0"/>
            <a:chExt cx="928264" cy="1653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28264" cy="165376"/>
            </a:xfrm>
            <a:custGeom>
              <a:avLst/>
              <a:gdLst/>
              <a:ahLst/>
              <a:cxnLst/>
              <a:rect r="r" b="b" t="t" l="l"/>
              <a:pathLst>
                <a:path h="165376" w="928264">
                  <a:moveTo>
                    <a:pt x="82688" y="0"/>
                  </a:moveTo>
                  <a:lnTo>
                    <a:pt x="845576" y="0"/>
                  </a:lnTo>
                  <a:cubicBezTo>
                    <a:pt x="867506" y="0"/>
                    <a:pt x="888538" y="8712"/>
                    <a:pt x="904045" y="24219"/>
                  </a:cubicBezTo>
                  <a:cubicBezTo>
                    <a:pt x="919552" y="39726"/>
                    <a:pt x="928264" y="60758"/>
                    <a:pt x="928264" y="82688"/>
                  </a:cubicBezTo>
                  <a:lnTo>
                    <a:pt x="928264" y="82688"/>
                  </a:lnTo>
                  <a:cubicBezTo>
                    <a:pt x="928264" y="104618"/>
                    <a:pt x="919552" y="125650"/>
                    <a:pt x="904045" y="141157"/>
                  </a:cubicBezTo>
                  <a:cubicBezTo>
                    <a:pt x="888538" y="156664"/>
                    <a:pt x="867506" y="165376"/>
                    <a:pt x="845576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28264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75603" y="868362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S.K.Y RECORDS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-500373" y="8743366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-500373" y="9721443"/>
            <a:ext cx="1914802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66324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098822" y="9107487"/>
            <a:ext cx="324752" cy="324752"/>
          </a:xfrm>
          <a:custGeom>
            <a:avLst/>
            <a:gdLst/>
            <a:ahLst/>
            <a:cxnLst/>
            <a:rect r="r" b="b" t="t" l="l"/>
            <a:pathLst>
              <a:path h="324752" w="324752">
                <a:moveTo>
                  <a:pt x="0" y="0"/>
                </a:moveTo>
                <a:lnTo>
                  <a:pt x="324752" y="0"/>
                </a:lnTo>
                <a:lnTo>
                  <a:pt x="324752" y="324753"/>
                </a:lnTo>
                <a:lnTo>
                  <a:pt x="0" y="324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03374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72617" y="4487190"/>
            <a:ext cx="1326205" cy="1326205"/>
          </a:xfrm>
          <a:custGeom>
            <a:avLst/>
            <a:gdLst/>
            <a:ahLst/>
            <a:cxnLst/>
            <a:rect r="r" b="b" t="t" l="l"/>
            <a:pathLst>
              <a:path h="1326205" w="1326205">
                <a:moveTo>
                  <a:pt x="0" y="0"/>
                </a:moveTo>
                <a:lnTo>
                  <a:pt x="1326205" y="0"/>
                </a:lnTo>
                <a:lnTo>
                  <a:pt x="1326205" y="1326205"/>
                </a:lnTo>
                <a:lnTo>
                  <a:pt x="0" y="1326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977740" y="8895925"/>
            <a:ext cx="4703910" cy="627911"/>
            <a:chOff x="0" y="0"/>
            <a:chExt cx="1238890" cy="165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8890" cy="165376"/>
            </a:xfrm>
            <a:custGeom>
              <a:avLst/>
              <a:gdLst/>
              <a:ahLst/>
              <a:cxnLst/>
              <a:rect r="r" b="b" t="t" l="l"/>
              <a:pathLst>
                <a:path h="165376" w="1238890">
                  <a:moveTo>
                    <a:pt x="82688" y="0"/>
                  </a:moveTo>
                  <a:lnTo>
                    <a:pt x="1156202" y="0"/>
                  </a:lnTo>
                  <a:cubicBezTo>
                    <a:pt x="1178132" y="0"/>
                    <a:pt x="1199164" y="8712"/>
                    <a:pt x="1214671" y="24219"/>
                  </a:cubicBezTo>
                  <a:cubicBezTo>
                    <a:pt x="1230178" y="39726"/>
                    <a:pt x="1238890" y="60758"/>
                    <a:pt x="1238890" y="82688"/>
                  </a:cubicBezTo>
                  <a:lnTo>
                    <a:pt x="1238890" y="82688"/>
                  </a:lnTo>
                  <a:cubicBezTo>
                    <a:pt x="1238890" y="128355"/>
                    <a:pt x="1201869" y="165376"/>
                    <a:pt x="1156202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38890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29479" y="8895925"/>
            <a:ext cx="5090351" cy="627911"/>
            <a:chOff x="0" y="0"/>
            <a:chExt cx="1340669" cy="165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669" cy="165376"/>
            </a:xfrm>
            <a:custGeom>
              <a:avLst/>
              <a:gdLst/>
              <a:ahLst/>
              <a:cxnLst/>
              <a:rect r="r" b="b" t="t" l="l"/>
              <a:pathLst>
                <a:path h="165376" w="1340669">
                  <a:moveTo>
                    <a:pt x="77566" y="0"/>
                  </a:moveTo>
                  <a:lnTo>
                    <a:pt x="1263103" y="0"/>
                  </a:lnTo>
                  <a:cubicBezTo>
                    <a:pt x="1305941" y="0"/>
                    <a:pt x="1340669" y="34727"/>
                    <a:pt x="1340669" y="77566"/>
                  </a:cubicBezTo>
                  <a:lnTo>
                    <a:pt x="1340669" y="87810"/>
                  </a:lnTo>
                  <a:cubicBezTo>
                    <a:pt x="1340669" y="130648"/>
                    <a:pt x="1305941" y="165376"/>
                    <a:pt x="1263103" y="165376"/>
                  </a:cubicBezTo>
                  <a:lnTo>
                    <a:pt x="77566" y="165376"/>
                  </a:lnTo>
                  <a:cubicBezTo>
                    <a:pt x="34727" y="165376"/>
                    <a:pt x="0" y="130648"/>
                    <a:pt x="0" y="87810"/>
                  </a:cubicBezTo>
                  <a:lnTo>
                    <a:pt x="0" y="77566"/>
                  </a:lnTo>
                  <a:cubicBezTo>
                    <a:pt x="0" y="34727"/>
                    <a:pt x="34727" y="0"/>
                    <a:pt x="775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066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061299" y="9016047"/>
            <a:ext cx="453679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NEIL MAGAMBO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13038" y="9020968"/>
            <a:ext cx="492323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spc="193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LODISHEN NARAYANASAWMY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026263" y="8891004"/>
            <a:ext cx="4559320" cy="627911"/>
            <a:chOff x="0" y="0"/>
            <a:chExt cx="1200809" cy="16537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0808" cy="165376"/>
            </a:xfrm>
            <a:custGeom>
              <a:avLst/>
              <a:gdLst/>
              <a:ahLst/>
              <a:cxnLst/>
              <a:rect r="r" b="b" t="t" l="l"/>
              <a:pathLst>
                <a:path h="165376" w="1200808">
                  <a:moveTo>
                    <a:pt x="82688" y="0"/>
                  </a:moveTo>
                  <a:lnTo>
                    <a:pt x="1118121" y="0"/>
                  </a:lnTo>
                  <a:cubicBezTo>
                    <a:pt x="1140051" y="0"/>
                    <a:pt x="1161083" y="8712"/>
                    <a:pt x="1176590" y="24219"/>
                  </a:cubicBezTo>
                  <a:cubicBezTo>
                    <a:pt x="1192097" y="39726"/>
                    <a:pt x="1200808" y="60758"/>
                    <a:pt x="1200808" y="82688"/>
                  </a:cubicBezTo>
                  <a:lnTo>
                    <a:pt x="1200808" y="82688"/>
                  </a:lnTo>
                  <a:cubicBezTo>
                    <a:pt x="1200808" y="104618"/>
                    <a:pt x="1192097" y="125650"/>
                    <a:pt x="1176590" y="141157"/>
                  </a:cubicBezTo>
                  <a:cubicBezTo>
                    <a:pt x="1161083" y="156664"/>
                    <a:pt x="1140051" y="165376"/>
                    <a:pt x="1118121" y="165376"/>
                  </a:cubicBezTo>
                  <a:lnTo>
                    <a:pt x="82688" y="165376"/>
                  </a:lnTo>
                  <a:cubicBezTo>
                    <a:pt x="60758" y="165376"/>
                    <a:pt x="39726" y="156664"/>
                    <a:pt x="24219" y="141157"/>
                  </a:cubicBezTo>
                  <a:cubicBezTo>
                    <a:pt x="8712" y="125650"/>
                    <a:pt x="0" y="104618"/>
                    <a:pt x="0" y="82688"/>
                  </a:cubicBezTo>
                  <a:lnTo>
                    <a:pt x="0" y="82688"/>
                  </a:lnTo>
                  <a:cubicBezTo>
                    <a:pt x="0" y="60758"/>
                    <a:pt x="8712" y="39726"/>
                    <a:pt x="24219" y="24219"/>
                  </a:cubicBezTo>
                  <a:cubicBezTo>
                    <a:pt x="39726" y="8712"/>
                    <a:pt x="60758" y="0"/>
                    <a:pt x="82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00809" cy="203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983401" y="9033967"/>
            <a:ext cx="46450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94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NANA AGYEMANG BOATENG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DB4BB0A0AF2E4C92DAFD0485D597C0" ma:contentTypeVersion="3" ma:contentTypeDescription="Create a new document." ma:contentTypeScope="" ma:versionID="ab35790a04f15e1cf792b35070591361">
  <xsd:schema xmlns:xsd="http://www.w3.org/2001/XMLSchema" xmlns:xs="http://www.w3.org/2001/XMLSchema" xmlns:p="http://schemas.microsoft.com/office/2006/metadata/properties" xmlns:ns2="7a0e4cdb-273d-42a3-bc97-15033a3e46ee" targetNamespace="http://schemas.microsoft.com/office/2006/metadata/properties" ma:root="true" ma:fieldsID="b7ec0cb5a45fd5042c8ae397b1be3a1a" ns2:_="">
    <xsd:import namespace="7a0e4cdb-273d-42a3-bc97-15033a3e4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e4cdb-273d-42a3-bc97-15033a3e46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B77D6F-593C-43E0-A208-6E98210BC17B}"/>
</file>

<file path=customXml/itemProps2.xml><?xml version="1.0" encoding="utf-8"?>
<ds:datastoreItem xmlns:ds="http://schemas.openxmlformats.org/officeDocument/2006/customXml" ds:itemID="{D124C5BE-A7F0-4079-8F72-CD72439EBB7C}"/>
</file>

<file path=customXml/itemProps3.xml><?xml version="1.0" encoding="utf-8"?>
<ds:datastoreItem xmlns:ds="http://schemas.openxmlformats.org/officeDocument/2006/customXml" ds:itemID="{A64328D7-9A22-4882-BFD1-C6000E2AD83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</dc:title>
  <cp:revision>1</cp:revision>
  <dcterms:created xsi:type="dcterms:W3CDTF">2006-08-16T00:00:00Z</dcterms:created>
  <dcterms:modified xsi:type="dcterms:W3CDTF">2011-08-01T06:04:30Z</dcterms:modified>
  <dc:identifier>DAGgQnk1tMA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0x010100B5DB4BB0A0AF2E4C92DAFD0485D597C0</vt:lpwstr>
  </property>
</Properties>
</file>